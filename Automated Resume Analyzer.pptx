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chivo Black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League Spartan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man shukla" userId="eb21bd973cb3bbf0" providerId="LiveId" clId="{7C39297D-8FA3-4C53-A052-3E990C85C995}"/>
    <pc:docChg chg="modSld">
      <pc:chgData name="anshuman shukla" userId="eb21bd973cb3bbf0" providerId="LiveId" clId="{7C39297D-8FA3-4C53-A052-3E990C85C995}" dt="2026-04-23T05:46:17.689" v="42" actId="20577"/>
      <pc:docMkLst>
        <pc:docMk/>
      </pc:docMkLst>
      <pc:sldChg chg="delSp modSp mod">
        <pc:chgData name="anshuman shukla" userId="eb21bd973cb3bbf0" providerId="LiveId" clId="{7C39297D-8FA3-4C53-A052-3E990C85C995}" dt="2026-04-23T05:45:18.347" v="24"/>
        <pc:sldMkLst>
          <pc:docMk/>
          <pc:sldMk cId="0" sldId="256"/>
        </pc:sldMkLst>
        <pc:spChg chg="del mod">
          <ac:chgData name="anshuman shukla" userId="eb21bd973cb3bbf0" providerId="LiveId" clId="{7C39297D-8FA3-4C53-A052-3E990C85C995}" dt="2026-04-23T05:45:18.347" v="24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nshuman shukla" userId="eb21bd973cb3bbf0" providerId="LiveId" clId="{7C39297D-8FA3-4C53-A052-3E990C85C995}" dt="2026-04-23T05:45:35.294" v="26" actId="20577"/>
        <pc:sldMkLst>
          <pc:docMk/>
          <pc:sldMk cId="0" sldId="261"/>
        </pc:sldMkLst>
        <pc:spChg chg="mod">
          <ac:chgData name="anshuman shukla" userId="eb21bd973cb3bbf0" providerId="LiveId" clId="{7C39297D-8FA3-4C53-A052-3E990C85C995}" dt="2026-04-23T05:45:35.294" v="26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anshuman shukla" userId="eb21bd973cb3bbf0" providerId="LiveId" clId="{7C39297D-8FA3-4C53-A052-3E990C85C995}" dt="2026-04-23T05:46:17.689" v="42" actId="20577"/>
        <pc:sldMkLst>
          <pc:docMk/>
          <pc:sldMk cId="0" sldId="264"/>
        </pc:sldMkLst>
        <pc:spChg chg="mod">
          <ac:chgData name="anshuman shukla" userId="eb21bd973cb3bbf0" providerId="LiveId" clId="{7C39297D-8FA3-4C53-A052-3E990C85C995}" dt="2026-04-23T05:46:17.689" v="42" actId="20577"/>
          <ac:spMkLst>
            <pc:docMk/>
            <pc:sldMk cId="0" sldId="264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741260" y="6172200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0" y="4114800"/>
                </a:moveTo>
                <a:lnTo>
                  <a:pt x="4546740" y="4114800"/>
                </a:lnTo>
                <a:lnTo>
                  <a:pt x="45467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4546740" y="0"/>
                </a:moveTo>
                <a:lnTo>
                  <a:pt x="0" y="0"/>
                </a:lnTo>
                <a:lnTo>
                  <a:pt x="0" y="4114800"/>
                </a:lnTo>
                <a:lnTo>
                  <a:pt x="4546740" y="4114800"/>
                </a:lnTo>
                <a:lnTo>
                  <a:pt x="454674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8403574"/>
            <a:ext cx="16230600" cy="3766852"/>
          </a:xfrm>
          <a:custGeom>
            <a:avLst/>
            <a:gdLst/>
            <a:ahLst/>
            <a:cxnLst/>
            <a:rect l="l" t="t" r="r" b="b"/>
            <a:pathLst>
              <a:path w="16230600" h="3766852">
                <a:moveTo>
                  <a:pt x="0" y="0"/>
                </a:moveTo>
                <a:lnTo>
                  <a:pt x="16230600" y="0"/>
                </a:lnTo>
                <a:lnTo>
                  <a:pt x="16230600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028700" y="-1883426"/>
            <a:ext cx="16230600" cy="3766852"/>
          </a:xfrm>
          <a:custGeom>
            <a:avLst/>
            <a:gdLst/>
            <a:ahLst/>
            <a:cxnLst/>
            <a:rect l="l" t="t" r="r" b="b"/>
            <a:pathLst>
              <a:path w="16230600" h="3766852">
                <a:moveTo>
                  <a:pt x="16230600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6230600" y="0"/>
                </a:lnTo>
                <a:lnTo>
                  <a:pt x="16230600" y="376685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98472" y="3896319"/>
            <a:ext cx="11491055" cy="236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5"/>
              </a:lnSpc>
            </a:pPr>
            <a:r>
              <a:rPr lang="en-US" sz="6796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Automated Resume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71557" y="8382866"/>
            <a:ext cx="11273744" cy="3613586"/>
          </a:xfrm>
          <a:custGeom>
            <a:avLst/>
            <a:gdLst/>
            <a:ahLst/>
            <a:cxnLst/>
            <a:rect l="l" t="t" r="r" b="b"/>
            <a:pathLst>
              <a:path w="11273744" h="3613586">
                <a:moveTo>
                  <a:pt x="0" y="0"/>
                </a:moveTo>
                <a:lnTo>
                  <a:pt x="11273745" y="0"/>
                </a:lnTo>
                <a:lnTo>
                  <a:pt x="11273745" y="3613586"/>
                </a:lnTo>
                <a:lnTo>
                  <a:pt x="0" y="361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83186" y="1924050"/>
            <a:ext cx="1132162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0905" y="4180479"/>
            <a:ext cx="13135689" cy="17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resume analysis system</a:t>
            </a:r>
          </a:p>
          <a:p>
            <a:pPr algn="l">
              <a:lnSpc>
                <a:spcPts val="6440"/>
              </a:lnSpc>
            </a:pPr>
            <a:endParaRPr lang="en-US" sz="5199" b="1">
              <a:solidFill>
                <a:srgbClr val="10389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76155" y="6446477"/>
            <a:ext cx="13135689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Helps in job screening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76155" y="5341894"/>
            <a:ext cx="13135689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Extracts skills from resumes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3396" y="8229600"/>
            <a:ext cx="11751906" cy="3766852"/>
          </a:xfrm>
          <a:custGeom>
            <a:avLst/>
            <a:gdLst/>
            <a:ahLst/>
            <a:cxnLst/>
            <a:rect l="l" t="t" r="r" b="b"/>
            <a:pathLst>
              <a:path w="11751906" h="3766852">
                <a:moveTo>
                  <a:pt x="0" y="0"/>
                </a:moveTo>
                <a:lnTo>
                  <a:pt x="11751906" y="0"/>
                </a:lnTo>
                <a:lnTo>
                  <a:pt x="11751906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94881" y="1924050"/>
            <a:ext cx="589823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01725" y="419000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 resume screening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1725" y="6446477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Match with job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1725" y="534189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 key skills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1725" y="745109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Generate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3396" y="8229600"/>
            <a:ext cx="11751906" cy="3766852"/>
          </a:xfrm>
          <a:custGeom>
            <a:avLst/>
            <a:gdLst/>
            <a:ahLst/>
            <a:cxnLst/>
            <a:rect l="l" t="t" r="r" b="b"/>
            <a:pathLst>
              <a:path w="11751906" h="3766852">
                <a:moveTo>
                  <a:pt x="0" y="0"/>
                </a:moveTo>
                <a:lnTo>
                  <a:pt x="11751906" y="0"/>
                </a:lnTo>
                <a:lnTo>
                  <a:pt x="11751906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28201" y="1924050"/>
            <a:ext cx="1083159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01725" y="419000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1725" y="6446477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PyPDF2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1725" y="534189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Streamlit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1725" y="745109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3396" y="8229600"/>
            <a:ext cx="11751906" cy="3766852"/>
          </a:xfrm>
          <a:custGeom>
            <a:avLst/>
            <a:gdLst/>
            <a:ahLst/>
            <a:cxnLst/>
            <a:rect l="l" t="t" r="r" b="b"/>
            <a:pathLst>
              <a:path w="11751906" h="3766852">
                <a:moveTo>
                  <a:pt x="0" y="0"/>
                </a:moveTo>
                <a:lnTo>
                  <a:pt x="11751906" y="0"/>
                </a:lnTo>
                <a:lnTo>
                  <a:pt x="11751906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28201" y="1924050"/>
            <a:ext cx="1083159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01725" y="419000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 Resume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1725" y="6446477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 Skills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1725" y="534189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 Text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1725" y="745109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Match Skills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01725" y="844677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3396" y="8229600"/>
            <a:ext cx="11751906" cy="3766852"/>
          </a:xfrm>
          <a:custGeom>
            <a:avLst/>
            <a:gdLst/>
            <a:ahLst/>
            <a:cxnLst/>
            <a:rect l="l" t="t" r="r" b="b"/>
            <a:pathLst>
              <a:path w="11751906" h="3766852">
                <a:moveTo>
                  <a:pt x="0" y="0"/>
                </a:moveTo>
                <a:lnTo>
                  <a:pt x="11751906" y="0"/>
                </a:lnTo>
                <a:lnTo>
                  <a:pt x="11751906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47948" y="1924050"/>
            <a:ext cx="479210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01725" y="419000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Resume Upload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1725" y="6446477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Score Calculation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1725" y="5341894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 Detection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1725" y="745109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 Visualization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01725" y="8446770"/>
            <a:ext cx="968454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2" lvl="1" indent="-518161" algn="l">
              <a:lnSpc>
                <a:spcPts val="6720"/>
              </a:lnSpc>
              <a:buFont typeface="Arial"/>
              <a:buChar char="•"/>
            </a:pPr>
            <a:r>
              <a:rPr lang="en-US" sz="4800" b="1" dirty="0">
                <a:solidFill>
                  <a:srgbClr val="1038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CSV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68402" y="2057400"/>
            <a:ext cx="9489306" cy="6711093"/>
          </a:xfrm>
          <a:custGeom>
            <a:avLst/>
            <a:gdLst/>
            <a:ahLst/>
            <a:cxnLst/>
            <a:rect l="l" t="t" r="r" b="b"/>
            <a:pathLst>
              <a:path w="9489306" h="6711093">
                <a:moveTo>
                  <a:pt x="0" y="0"/>
                </a:moveTo>
                <a:lnTo>
                  <a:pt x="9489306" y="0"/>
                </a:lnTo>
                <a:lnTo>
                  <a:pt x="9489306" y="6711093"/>
                </a:lnTo>
                <a:lnTo>
                  <a:pt x="0" y="6711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" r="-6545" b="-427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17004" y="575285"/>
            <a:ext cx="479210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8317" y="8896985"/>
            <a:ext cx="8763119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7" lvl="1" indent="-410214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F1218"/>
                </a:solidFill>
                <a:latin typeface="Canva Sans"/>
                <a:ea typeface="Canva Sans"/>
                <a:cs typeface="Canva Sans"/>
                <a:sym typeface="Canva Sans"/>
              </a:rPr>
              <a:t>Display resume score and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93396" y="8229600"/>
            <a:ext cx="11751906" cy="3766852"/>
          </a:xfrm>
          <a:custGeom>
            <a:avLst/>
            <a:gdLst/>
            <a:ahLst/>
            <a:cxnLst/>
            <a:rect l="l" t="t" r="r" b="b"/>
            <a:pathLst>
              <a:path w="11751906" h="3766852">
                <a:moveTo>
                  <a:pt x="0" y="0"/>
                </a:moveTo>
                <a:lnTo>
                  <a:pt x="11751906" y="0"/>
                </a:lnTo>
                <a:lnTo>
                  <a:pt x="11751906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110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115942" y="-1709452"/>
            <a:ext cx="11325364" cy="3766852"/>
          </a:xfrm>
          <a:custGeom>
            <a:avLst/>
            <a:gdLst/>
            <a:ahLst/>
            <a:cxnLst/>
            <a:rect l="l" t="t" r="r" b="b"/>
            <a:pathLst>
              <a:path w="11325364" h="3766852">
                <a:moveTo>
                  <a:pt x="11325364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1325364" y="0"/>
                </a:lnTo>
                <a:lnTo>
                  <a:pt x="11325364" y="3766852"/>
                </a:lnTo>
                <a:close/>
              </a:path>
            </a:pathLst>
          </a:custGeom>
          <a:blipFill>
            <a:blip r:embed="rId3"/>
            <a:stretch>
              <a:fillRect l="-4331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33300" y="1924050"/>
            <a:ext cx="702140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843731" y="4576304"/>
            <a:ext cx="8600538" cy="3463131"/>
            <a:chOff x="0" y="0"/>
            <a:chExt cx="11467383" cy="4617508"/>
          </a:xfrm>
        </p:grpSpPr>
        <p:sp>
          <p:nvSpPr>
            <p:cNvPr id="8" name="TextBox 8"/>
            <p:cNvSpPr txBox="1"/>
            <p:nvPr/>
          </p:nvSpPr>
          <p:spPr>
            <a:xfrm>
              <a:off x="0" y="-85725"/>
              <a:ext cx="11467383" cy="1053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036322" lvl="1" indent="-518161" algn="l">
                <a:lnSpc>
                  <a:spcPts val="6720"/>
                </a:lnSpc>
                <a:buFont typeface="Arial"/>
                <a:buChar char="•"/>
              </a:pPr>
              <a:r>
                <a:rPr lang="en-US" sz="4800" b="1">
                  <a:solidFill>
                    <a:srgbClr val="1038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Reduces manual effort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4043"/>
              <a:ext cx="11467383" cy="1053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036322" lvl="1" indent="-518161" algn="l">
                <a:lnSpc>
                  <a:spcPts val="6720"/>
                </a:lnSpc>
                <a:buFont typeface="Arial"/>
                <a:buChar char="•"/>
              </a:pPr>
              <a:r>
                <a:rPr lang="en-US" sz="4800" b="1">
                  <a:solidFill>
                    <a:srgbClr val="1038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Useful for recruiters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786785"/>
              <a:ext cx="11467383" cy="1053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036322" lvl="1" indent="-518161" algn="l">
                <a:lnSpc>
                  <a:spcPts val="6720"/>
                </a:lnSpc>
                <a:buFont typeface="Arial"/>
                <a:buChar char="•"/>
              </a:pPr>
              <a:r>
                <a:rPr lang="en-US" sz="4800" b="1">
                  <a:solidFill>
                    <a:srgbClr val="1038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Fast and efficient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741260" y="6172200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0" y="4114800"/>
                </a:moveTo>
                <a:lnTo>
                  <a:pt x="4546740" y="4114800"/>
                </a:lnTo>
                <a:lnTo>
                  <a:pt x="45467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617220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0" y="4114800"/>
                </a:moveTo>
                <a:lnTo>
                  <a:pt x="3099816" y="4114800"/>
                </a:lnTo>
                <a:lnTo>
                  <a:pt x="309981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4546740" y="0"/>
                </a:moveTo>
                <a:lnTo>
                  <a:pt x="0" y="0"/>
                </a:lnTo>
                <a:lnTo>
                  <a:pt x="0" y="4114800"/>
                </a:lnTo>
                <a:lnTo>
                  <a:pt x="4546740" y="4114800"/>
                </a:lnTo>
                <a:lnTo>
                  <a:pt x="454674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188184" y="0"/>
            <a:ext cx="3099816" cy="4114800"/>
          </a:xfrm>
          <a:custGeom>
            <a:avLst/>
            <a:gdLst/>
            <a:ahLst/>
            <a:cxnLst/>
            <a:rect l="l" t="t" r="r" b="b"/>
            <a:pathLst>
              <a:path w="3099816" h="4114800">
                <a:moveTo>
                  <a:pt x="3099816" y="0"/>
                </a:moveTo>
                <a:lnTo>
                  <a:pt x="0" y="0"/>
                </a:lnTo>
                <a:lnTo>
                  <a:pt x="0" y="4114800"/>
                </a:lnTo>
                <a:lnTo>
                  <a:pt x="3099816" y="4114800"/>
                </a:lnTo>
                <a:lnTo>
                  <a:pt x="3099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8403574"/>
            <a:ext cx="16230600" cy="3766852"/>
          </a:xfrm>
          <a:custGeom>
            <a:avLst/>
            <a:gdLst/>
            <a:ahLst/>
            <a:cxnLst/>
            <a:rect l="l" t="t" r="r" b="b"/>
            <a:pathLst>
              <a:path w="16230600" h="3766852">
                <a:moveTo>
                  <a:pt x="0" y="0"/>
                </a:moveTo>
                <a:lnTo>
                  <a:pt x="16230600" y="0"/>
                </a:lnTo>
                <a:lnTo>
                  <a:pt x="16230600" y="3766852"/>
                </a:lnTo>
                <a:lnTo>
                  <a:pt x="0" y="3766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028700" y="-1883426"/>
            <a:ext cx="16230600" cy="3766852"/>
          </a:xfrm>
          <a:custGeom>
            <a:avLst/>
            <a:gdLst/>
            <a:ahLst/>
            <a:cxnLst/>
            <a:rect l="l" t="t" r="r" b="b"/>
            <a:pathLst>
              <a:path w="16230600" h="3766852">
                <a:moveTo>
                  <a:pt x="16230600" y="3766852"/>
                </a:moveTo>
                <a:lnTo>
                  <a:pt x="0" y="3766852"/>
                </a:lnTo>
                <a:lnTo>
                  <a:pt x="0" y="0"/>
                </a:lnTo>
                <a:lnTo>
                  <a:pt x="16230600" y="0"/>
                </a:lnTo>
                <a:lnTo>
                  <a:pt x="16230600" y="376685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85491" y="3988284"/>
            <a:ext cx="12088368" cy="207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3"/>
              </a:lnSpc>
            </a:pPr>
            <a:r>
              <a:rPr lang="en-US" sz="12095">
                <a:solidFill>
                  <a:srgbClr val="1038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278" y="7234229"/>
            <a:ext cx="5455444" cy="42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2F58B4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Presented by </a:t>
            </a:r>
            <a:r>
              <a:rPr lang="en-US" sz="2500" dirty="0" err="1">
                <a:solidFill>
                  <a:srgbClr val="2F58B4"/>
                </a:solidFill>
                <a:latin typeface="Archivo Black"/>
                <a:ea typeface="Archivo Black"/>
                <a:cs typeface="Archivo Black"/>
                <a:sym typeface="Archivo Black"/>
              </a:rPr>
              <a:t>Anshuman,saniya</a:t>
            </a:r>
            <a:endParaRPr lang="en-US" sz="2500" dirty="0">
              <a:solidFill>
                <a:srgbClr val="2F58B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Custom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League Spartan</vt:lpstr>
      <vt:lpstr>Archivo Black</vt:lpstr>
      <vt:lpstr>Canva Sans Bold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Resume Analyzer</dc:title>
  <cp:lastModifiedBy>anshuman shukla</cp:lastModifiedBy>
  <cp:revision>1</cp:revision>
  <dcterms:created xsi:type="dcterms:W3CDTF">2006-08-16T00:00:00Z</dcterms:created>
  <dcterms:modified xsi:type="dcterms:W3CDTF">2026-04-23T05:46:23Z</dcterms:modified>
  <dc:identifier>DAHErzfiGkk</dc:identifier>
</cp:coreProperties>
</file>